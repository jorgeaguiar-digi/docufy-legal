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85C"/>
                </a:solidFill>
              </a:rPr>
              <a:t>EL LUNES POR LA MAÑANA.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Son las 9h. Abres el móvil.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ECF5"/>
                </a:solidFill>
              </a:rPr>
              <a:t>11 WhatsApps de clientes preguntando cómo va su caso.
Un expediente parado 10 días porque falta el parte amistoso.
Tu administrativa rehaciendo una reclamación por un error en la matrícula.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21792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172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5C"/>
                </a:solidFill>
              </a:rPr>
              <a:t>¿Os suena?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¿TIENES AHORA MISMO ALGÚN EXPEDIENTE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PARADO PORQUE EL CLIENTE NO HA MANDADO UN DOCUMENTO?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¿LE HAS PEDIDO EL DNI A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MÁS DE DOS VECES?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¿TE HA LLAMADO HOY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PREGUNTANDO EN QUÉ ESTADO ESTÁ SU CASO?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ECF5"/>
                </a:solidFill>
              </a:rPr>
              <a:t>El problema no es que no seáis buenos abogados.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576072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Es que la mitad de vuestro tiempo
no lo estáis ejerciendo.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¿CÓMO PODRÍA SER TU SEMANA?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5212080" cy="5394960"/>
          </a:xfrm>
          <a:prstGeom prst="rect">
            <a:avLst/>
          </a:prstGeom>
          <a:solidFill>
            <a:srgbClr val="14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3A3A"/>
                </a:solidFill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212080" cy="457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Persigues documentos por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Copias datos a mano en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No sabes en qué estado está cada expediente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Clientes que llaman constantemente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Rechazas casos por falta de capacidad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51560"/>
            <a:ext cx="5212080" cy="5394960"/>
          </a:xfrm>
          <a:prstGeom prst="rect">
            <a:avLst/>
          </a:prstGeom>
          <a:solidFill>
            <a:srgbClr val="0D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97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D97A"/>
                </a:solidFill>
              </a:rPr>
              <a:t>EN 3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91640"/>
            <a:ext cx="5212080" cy="45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Documentación recibida automáticamente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Escritos generados en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Panel con estado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cliente recibe actualizaciones solo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doble de expedientes, mismo equipo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UN CASO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Javier. Despacho en Madrid. 12 años en tráfico.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5"/>
                </a:solidFill>
              </a:rPr>
              <a:t>"Teníamos dos administrativas a jornada completa solo persiguiendo a clientes
para conseguir los DNI, partes y fotos. Empezábamos el lunes
con la bandeja limpia y el miércoles ya estábamos otra vez colapsados."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34747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A85C"/>
                </a:solidFill>
              </a:rPr>
              <a:t>x2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CF5"/>
                </a:solidFill>
              </a:rPr>
              <a:t>expedientes/mes
con el mismo equipo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931920"/>
            <a:ext cx="34747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A85C"/>
                </a:solidFill>
              </a:rPr>
              <a:t>−80%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029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CF5"/>
                </a:solidFill>
              </a:rPr>
              <a:t>tiempo de gestión
administrativa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3931920"/>
            <a:ext cx="34747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069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9A85C"/>
                </a:solidFill>
              </a:rPr>
              <a:t>+35%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292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8ECF5"/>
                </a:solidFill>
              </a:rPr>
              <a:t>facturación media
por caso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5C"/>
                </a:solidFill>
              </a:rPr>
              <a:t>¿CÓMO LO HACEMOS?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Captación
documental
automática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Organización e
interpretación
con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200400" cy="43891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82880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Generación de
escritos legales
automatizada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01 / CAPTACIÓN DOCUMENTAL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Nunca más perseguiréis
un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contacta automáticamente con el cliente, le pide cada documento, valida que esté completo y correcto, y organiza todo en el expediente.
Sin llamadas. Sin WhatsApps manuales. Sin recordatorios.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80% de clientes entregan documentación completa en menos de 48h.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02 / ORGANIZACIÓN E INTERPRETACIÓN CON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El sistema lee los documentos.
Vosotros los usáis.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La IA extrae automáticamente los datos de cada documento: nombre, DNI, matrícula, fecha del accidente, lesiones, importes.
Nada de copiar. Nada de transcribir. Nada de errores.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Eliminación del 90% de errores humanos en la documentación enviada a aseguradoras.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03 / GENERACIÓN DE ESCRITOS LEGALES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Vuestra reclamación previa,
generada en segundos.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genera automáticamente todos los escritos legales usando vuestras propias plantillas. Reclamaciones previas, requerimientos, minutas.
Revisáis. Firmáis. Enviáis. Solo 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21208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De 30 minutos por escrito a menos de 10 segundos.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EL 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−80%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tiempo administrativo
por expediente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capacidad operativa
mismo equipo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documentos perdidos
o mal cumplimentados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931920"/>
            <a:ext cx="5303520" cy="2286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3931920"/>
            <a:ext cx="53035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069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9A85C"/>
                </a:solidFill>
              </a:rPr>
              <a:t>+35%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facturación media
por caso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5C"/>
                </a:solidFill>
              </a:rPr>
              <a:t>OFERTA EXCLUSIVA PARA ASOCIADOS ADEVI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E8ECF5"/>
                </a:solidFill>
              </a:rPr>
              <a:t>Solo para los presentes hoy. No está en nuestra web.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8503920" cy="29260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286000"/>
            <a:ext cx="8503920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Sesión de diagnóstico gratuita (30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461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CF5"/>
                </a:solidFill>
              </a:rPr>
              <a:t>Analizamos vuestro despacho y os decimos exactamente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9476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CF5"/>
                </a:solidFill>
              </a:rPr>
              <a:t>cuántas horas podríais recuperar al 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389120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5C"/>
                </a:solidFill>
              </a:rPr>
              <a:t>Sin compromiso. Sin presión.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8ECF5"/>
                </a:solidFill>
              </a:rPr>
              <a:t>Escaneáis el QR  →  Reserváis vuestra sesión  →  Nosotros hacemos el resto.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4648" y="5989320"/>
            <a:ext cx="1828800" cy="64008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5989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85C"/>
                </a:solidFill>
              </a:rPr>
              <a:t>[ QR aquí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CF5"/>
                </a:solidFill>
              </a:rPr>
              <a:t>Acabáis de escuchar el futuro de la IA en el derecho.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57607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Esto no es el futuro.
Es lo que ya están haciendo despachos como el vuestro.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5C"/>
                </a:solidFill>
              </a:rPr>
              <a:t>La pregunta es cuándo queréis empezar vosotros.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447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5C"/>
                </a:solidFill>
              </a:rPr>
              <a:t>docufylegal.com  ·  info@docufylegal.com  ·  +34 681 801 356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