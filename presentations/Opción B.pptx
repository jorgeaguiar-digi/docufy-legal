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9A85C"/>
                </a:solidFill>
              </a:rPr>
              <a:t>EL LUNES POR LA MAÑANA.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</a:rPr>
              <a:t>Son las 9h. Abres el móvil.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46888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ECF5"/>
                </a:solidFill>
              </a:rPr>
              <a:t>11 WhatsApps de clientes preguntando cómo va su caso.
Un expediente parado 10 días porque falta el parte amistoso.
Tu administrativa rehaciendo una reclamación por un error en la matrícula.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1792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172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5C"/>
                </a:solidFill>
              </a:rPr>
              <a:t>¿Os suena?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¿TIENES AHORA MISMO ALGÚN EXPEDIENTE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9A85C"/>
                </a:solidFill>
              </a:rPr>
              <a:t>PARADO PORQUE EL CLIENTE NO HA MANDADO UN DOCUMENTO?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E8ECF5"/>
                </a:solidFill>
              </a:rPr>
              <a:t>Levantad la mano.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¿LE HAS PEDIDO EL DNI A UN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9A85C"/>
                </a:solidFill>
              </a:rPr>
              <a:t>MÁS DE DOS VECES?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E8ECF5"/>
                </a:solidFill>
              </a:rPr>
              <a:t>Levantad la mano.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¿TE HA LLAMADO HOY UN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9A85C"/>
                </a:solidFill>
              </a:rPr>
              <a:t>PREGUNTANDO EN QUÉ ESTADO ESTÁ SU CASO?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E8ECF5"/>
                </a:solidFill>
              </a:rPr>
              <a:t>Levantad la mano.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E8ECF5"/>
                </a:solidFill>
              </a:rPr>
              <a:t>El problema no es que no seáis buenos abogados.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834640"/>
            <a:ext cx="576072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Es que la mitad de vuestro tiempo
no lo estáis ejerciendo.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5C"/>
                </a:solidFill>
              </a:rPr>
              <a:t>¿CÓMO PODRÍA SER TU SEMANA?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5212080" cy="5394960"/>
          </a:xfrm>
          <a:prstGeom prst="rect">
            <a:avLst/>
          </a:prstGeom>
          <a:solidFill>
            <a:srgbClr val="14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3A3A"/>
                </a:solidFill>
              </a:rPr>
              <a:t>HOY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5212080" cy="4572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✗  Persigues documentos por WhatsApp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79191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✗  Copias datos a mano en Word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83863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✗  No sabes en qué estado está cada expediente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88536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✗  Clientes que llaman constantemente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93208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✗  Rechazas casos por falta de capacidad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051560"/>
            <a:ext cx="5212080" cy="5394960"/>
          </a:xfrm>
          <a:prstGeom prst="rect">
            <a:avLst/>
          </a:prstGeom>
          <a:solidFill>
            <a:srgbClr val="0D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0972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CD97A"/>
                </a:solidFill>
              </a:rPr>
              <a:t>EN 3 MESES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691640"/>
            <a:ext cx="5212080" cy="4572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0" y="1874519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✓  Documentación recibida automáticamente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679191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✓  Escritos generados en segundos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483863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✓  Panel con estado en tiempo 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288536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✓  El cliente recibe actualizaciones solo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5093208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✓  El doble de expedientes, mismo equipo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5C"/>
                </a:solidFill>
              </a:rPr>
              <a:t>LO QUE NOS DICEN LOS DESPACHOS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Llevamos meses trabajando con los primeros despachos.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23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ECF5"/>
                </a:solidFill>
              </a:rPr>
              <a:t>Lo que nos dicen es siempre lo mismo: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383280"/>
            <a:ext cx="11247120" cy="804672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10789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E8ECF5"/>
                </a:solidFill>
              </a:rPr>
              <a:t>"El problema no es que no sepamos hacer el trabajo."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343400"/>
            <a:ext cx="11247120" cy="804672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0789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E8ECF5"/>
                </a:solidFill>
              </a:rPr>
              <a:t>"Es que la mitad del tiempo no lo estamos ejerciendo."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303520"/>
            <a:ext cx="11247120" cy="804672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5349240"/>
            <a:ext cx="10789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E8ECF5"/>
                </a:solidFill>
              </a:rPr>
              <a:t>"Somos abogados gestionando documentos, no casos."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5C"/>
                </a:solidFill>
              </a:rPr>
              <a:t>¿CÓMO LO HACEMOS?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6304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3200400" cy="438912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320040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9A85C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Captación
documental
automática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828800"/>
            <a:ext cx="3200400" cy="438912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320040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965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9A85C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Organización e
interpretación
con 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828800"/>
            <a:ext cx="3200400" cy="438912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21040" y="1828800"/>
            <a:ext cx="320040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19" y="1965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9A85C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926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Generación de
escritos legales
automatizada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5C"/>
                </a:solidFill>
              </a:rPr>
              <a:t>01 / CAPTACIÓN DOCUMENTAL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Nunca más perseguiréis
un documento.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ECF5"/>
                </a:solidFill>
              </a:rPr>
              <a:t>El sistema contacta automáticamente con el cliente, le pide cada documento, valida que esté completo y correcto, y organiza todo en el expediente.
Sin llamadas. Sin WhatsApps manuales. Sin recordatorios.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212080"/>
            <a:ext cx="1051560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5349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5C"/>
                </a:solidFill>
              </a:rPr>
              <a:t>80% de clientes entregan documentación completa en menos de 48h.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5C"/>
                </a:solidFill>
              </a:rPr>
              <a:t>02 / ORGANIZACIÓN E INTERPRETACIÓN CON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El sistema lee los documentos.
Vosotros los usáis.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ECF5"/>
                </a:solidFill>
              </a:rPr>
              <a:t>La IA extrae automáticamente los datos de cada documento: nombre, DNI, matrícula, fecha del accidente, lesiones, importes.
Nada de copiar. Nada de transcribir. Nada de errores.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212080"/>
            <a:ext cx="1051560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5349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5C"/>
                </a:solidFill>
              </a:rPr>
              <a:t>Eliminación del 90% de errores humanos en la documentación enviada a aseguradoras.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5C"/>
                </a:solidFill>
              </a:rPr>
              <a:t>03 / GENERACIÓN DE ESCRITOS LEGALES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Vuestra reclamación previa,
generada en segundos.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ECF5"/>
                </a:solidFill>
              </a:rPr>
              <a:t>El sistema genera automáticamente todos los escritos legales usando vuestras propias plantillas. Reclamaciones previas, requerimientos, minutas.
Revisáis. Firmáis. Enviáis. Solo eso.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212080"/>
            <a:ext cx="1051560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5349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5C"/>
                </a:solidFill>
              </a:rPr>
              <a:t>De 30 minutos por escrito a menos de 10 segundos.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5C"/>
                </a:solidFill>
              </a:rPr>
              <a:t>PARA QUE ESTA DISENADO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0584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228600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C9A85C"/>
                </a:solidFill>
              </a:rPr>
              <a:t>−80%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E8ECF5"/>
                </a:solidFill>
              </a:rPr>
              <a:t>tiempo administrativo
por expediente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371600"/>
            <a:ext cx="5303520" cy="228600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92240" y="1371600"/>
            <a:ext cx="530352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5087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C9A85C"/>
                </a:solidFill>
              </a:rPr>
              <a:t>×2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5603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E8ECF5"/>
                </a:solidFill>
              </a:rPr>
              <a:t>capacidad operativa
mismo equipo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303520" cy="228600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30352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C9A85C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E8ECF5"/>
                </a:solidFill>
              </a:rPr>
              <a:t>documentos perdidos
o mal cumplimentados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931920"/>
            <a:ext cx="5303520" cy="228600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92240" y="3931920"/>
            <a:ext cx="530352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40690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C9A85C"/>
                </a:solidFill>
              </a:rPr>
              <a:t>+35%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1206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E8ECF5"/>
                </a:solidFill>
              </a:rPr>
              <a:t>facturación media
por caso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9A85C"/>
                </a:solidFill>
              </a:rPr>
              <a:t>BUSCAMOS 10 DESPACHOS FUNDADORES EN ADEVI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8ECF5"/>
                </a:solidFill>
              </a:rPr>
              <a:t>Los que entren ahora construyen el producto con nosotros.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65960"/>
            <a:ext cx="3566160" cy="347472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965960"/>
            <a:ext cx="3566160" cy="9144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Precio
de socio fundador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8ECF5"/>
                </a:solidFill>
              </a:rPr>
              <a:t>Condiciones que
desaparecen cuando
cerremos las 10 plazas.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965960"/>
            <a:ext cx="3566160" cy="347472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965960"/>
            <a:ext cx="3566160" cy="9144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Acceso directo
al equipo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2461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8ECF5"/>
                </a:solidFill>
              </a:rPr>
              <a:t>Vuestro flujo de trabajo
se convierte en parte
del producto.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965960"/>
            <a:ext cx="3566160" cy="347472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965960"/>
            <a:ext cx="3566160" cy="9144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59" y="21031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Implementacion
completa incluida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461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8ECF5"/>
                </a:solidFill>
              </a:rPr>
              <a:t>Onboarding, formacion
del equipo y soporte
personalizado.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23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8ECF5"/>
                </a:solidFill>
              </a:rPr>
              <a:t>Escaneáis el QR · Reserváis vuestra sesión de diagnostico · Nosotros hacemos el resto.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84648" y="6172200"/>
            <a:ext cx="1828800" cy="502920"/>
          </a:xfrm>
          <a:prstGeom prst="rect">
            <a:avLst/>
          </a:prstGeom>
          <a:solidFill>
            <a:srgbClr val="1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84648" y="61722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85C"/>
                </a:solidFill>
              </a:rPr>
              <a:t>[ QR aqui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E8ECF5"/>
                </a:solidFill>
              </a:rPr>
              <a:t>Acabáis de escuchar el futuro de la IA en el derecho.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737360"/>
            <a:ext cx="576072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Esto no es el futuro.
Es lo que ya esta pasando en despachos como el vuestro.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520440"/>
            <a:ext cx="10698480" cy="137160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E8ECF5"/>
                </a:solidFill>
              </a:rPr>
              <a:t>Los primeros despachos que automatizaron la gestion de trafico
no esperaron a que fuera perfecto.
Entraron cuando todavia se estaba construyendo. Y eso les dio ventaja.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9A85C"/>
                </a:solidFill>
              </a:rPr>
              <a:t>La pregunta es cuando quereis empezar vosotros.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1447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A85C"/>
                </a:solidFill>
              </a:rPr>
              <a:t>docufylegal.com  ·  info@docufylegal.com  ·  +34 681 801 356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682</Words>
  <Application>Microsoft Office PowerPoint</Application>
  <PresentationFormat>Personalizado</PresentationFormat>
  <Paragraphs>77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Jorge</dc:creator>
  <cp:keywords/>
  <dc:description>generated using python-pptx</dc:description>
  <cp:lastModifiedBy>Jorge</cp:lastModifiedBy>
  <cp:revision>1</cp:revision>
  <dcterms:created xsi:type="dcterms:W3CDTF">2013-01-27T09:14:16Z</dcterms:created>
  <dcterms:modified xsi:type="dcterms:W3CDTF">2026-05-13T21:10:49Z</dcterms:modified>
  <cp:category/>
</cp:coreProperties>
</file>