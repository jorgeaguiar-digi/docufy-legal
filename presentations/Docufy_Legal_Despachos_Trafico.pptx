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85C"/>
                </a:solidFill>
              </a:rPr>
              <a:t>EL LUNES POR LA MAÑANA.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</a:rPr>
              <a:t>Son las 9h. Abres el móvil.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2316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8ECF5"/>
                </a:solidFill>
              </a:rPr>
              <a:t>11 WhatsApps de clientes preguntando cómo va su caso.
Un expediente parado 10 días porque falta el parte amistoso.
Tu administrativa rehaciendo una reclamación por un error en la matrícula.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26480"/>
            <a:ext cx="10515600" cy="54864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172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5C"/>
                </a:solidFill>
              </a:rPr>
              <a:t>¿Os suena?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¿TIENES AHORA MISMO ALGÚN EXPEDIENTE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PARADO PORQUE EL CLIENTE NO HA MANDADO UN DOCUMENTO?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¿LE HAS PEDIDO EL DNI A UN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MÁS DE DOS VECES?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¿TE HA LLAMADO HOY UN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C9A85C"/>
                </a:solidFill>
              </a:rPr>
              <a:t>PREGUNTANDO EN QUÉ ESTADO ESTÁ SU CASO?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E8ECF5"/>
                </a:solidFill>
              </a:rPr>
              <a:t>El problema no es que no seáis buenos abogados.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743200"/>
            <a:ext cx="576072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Es que la mitad de vuestro tiempo
no lo estáis ejerciendo.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5C"/>
                </a:solidFill>
              </a:rPr>
              <a:t>¿CÓMO PODRÍA SER TU SEMANA?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51560"/>
            <a:ext cx="5212080" cy="5394960"/>
          </a:xfrm>
          <a:prstGeom prst="rect">
            <a:avLst/>
          </a:prstGeom>
          <a:solidFill>
            <a:srgbClr val="14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3A3A"/>
                </a:solidFill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212080" cy="45720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Persigues documentos por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9191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Copias datos a mano en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83863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Sin visibilidad del estado de cada expediente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Clientes que llaman constantemente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93208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✗  Rechazas casos por falta de capacidad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051560"/>
            <a:ext cx="5212080" cy="5394960"/>
          </a:xfrm>
          <a:prstGeom prst="rect">
            <a:avLst/>
          </a:prstGeom>
          <a:solidFill>
            <a:srgbClr val="0D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972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CD97A"/>
                </a:solidFill>
              </a:rPr>
              <a:t>EN 3 MESES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691640"/>
            <a:ext cx="5212080" cy="45720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74519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Documentación recibida automáticamente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679191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Escritos generados en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483863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Panel con estado en tiempo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288536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El cliente recibe actualizaciones solo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093208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El doble de expedientes, mismo equipo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5C"/>
                </a:solidFill>
              </a:rPr>
              <a:t>¿CÓMO LO HACEMOS?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3200400" cy="448056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Captación
documental
automática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3200400" cy="448056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73736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Organización e
interpretación
con 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737360"/>
            <a:ext cx="3200400" cy="448056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737360"/>
            <a:ext cx="32004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1920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C9A85C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Generación de
escritos legales
automatizada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01 / CAPTACIÓN DOCUMENTAL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Nunca más perseguiréis
un documento.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El sistema contacta automáticamente con el cliente, le pide cada documento por WhatsApp, valida que esté completo y correcto, y lo organiza en el expediente.
Sin llamadas. Sin mensajes manuales. Sin recordatorios.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6636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80% de clientes entregan documentación completa en menos de 48h.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02 / ORGANIZACIÓN E INTERPRETACIÓN CON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El sistema lee los documentos.
Vosotros los usáis.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La IA extrae automáticamente los datos de cada documento: nombre, DNI, matrícula, fecha del accidente, lesiones, importes.
Nada de copiar. Nada de transcribir. Nada de errores.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6636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Eliminación del 90% de errores humanos en documentación enviada a aseguradoras.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03 / GENERACIÓN DE ESCRITOS LEGALES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09728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Vuestra reclamación previa,
generada en segundos.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ECF5"/>
                </a:solidFill>
              </a:rPr>
              <a:t>El sistema genera automáticamente todos los escritos legales usando vuestras propias plantillas: reclamaciones previas, requerimientos, minutas.
Revisáis. Firmáis. Enviáis. Solo eso.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66360"/>
            <a:ext cx="1051560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9A85C"/>
                </a:solidFill>
              </a:rPr>
              <a:t>De 30 minutos por escrito a menos de 10 segundos.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5C"/>
                </a:solidFill>
              </a:rPr>
              <a:t>SESIÓN DE DIAGNÓSTICO GRATUITA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8ECF5"/>
                </a:solidFill>
              </a:rPr>
              <a:t>Solo para los presentes hoy. Sin compromiso. Sin presión.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20240"/>
            <a:ext cx="9418320" cy="749808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93392"/>
            <a:ext cx="8961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CF5"/>
                </a:solidFill>
              </a:rPr>
              <a:t>✓  Analizamos vuestro despacho y detectamos cuellos de botella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80360"/>
            <a:ext cx="9418320" cy="749808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953512"/>
            <a:ext cx="8961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CF5"/>
                </a:solidFill>
              </a:rPr>
              <a:t>✓  Os mostramos cómo funciona Docufy Legal en directo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840480"/>
            <a:ext cx="9418320" cy="749808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913632"/>
            <a:ext cx="8961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ECF5"/>
                </a:solidFill>
              </a:rPr>
              <a:t>✓  Recibís un plan de automatización personalizado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37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CF5"/>
                </a:solidFill>
              </a:rPr>
              <a:t>Escaneáis el QR  →  Reserváis vuestra sesión  →  Nosotros hacemos el resto.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4648" y="5577840"/>
            <a:ext cx="1828800" cy="100584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55778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85C"/>
                </a:solidFill>
              </a:rPr>
              <a:t>[ QR aquí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8ECF5"/>
                </a:solidFill>
              </a:rPr>
              <a:t>Acabáis de escuchar el futuro de la IA en el derecho.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57607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Esto no es el futuro.
Es lo que ya están haciendo despachos como el vuestro.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10698480" cy="146304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E8ECF5"/>
                </a:solidFill>
              </a:rPr>
              <a:t>Los primeros despachos que automatizaron la gestión de tráfico
no esperaron a que fuera perfecto.
Entraron cuando todavía se estaba construyendo. Y eso les dio ventaja.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5C"/>
                </a:solidFill>
              </a:rPr>
              <a:t>La pregunta es cuándo queréis empezar vosotros.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5C"/>
                </a:solidFill>
              </a:rPr>
              <a:t>docufylegal.com  ·  info@docufylegal.com  ·  +34 681 801 356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