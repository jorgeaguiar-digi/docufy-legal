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rHsxN8bJ1XRC6KbFqjq1udQND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02920" y="4572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EL LUNES POR LA MAÑANA.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502920" y="141732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 las 9h. Abres el móvil.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2920" y="2468880"/>
            <a:ext cx="10058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11 WhatsApps de clientes preguntando cómo va su caso.</a:t>
            </a:r>
            <a:br>
              <a:rPr b="0" i="0" lang="en-US" sz="24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Un expediente parado 10 días porque falta el parte amistoso.</a:t>
            </a:r>
            <a:br>
              <a:rPr b="0" i="0" lang="en-US" sz="24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Tu administrativa rehaciendo una reclamación por un error en la matrícula.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502920" y="621792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02920" y="6172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¿Os suena?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02920" y="10972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¿TIENES AHORA MISMO ALGÚN EXPEDIENTE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PARADO PORQUE EL CLIENTE NO HA MANDADO UN DOCUMENTO?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02920" y="3657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6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Levantad la mano.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02920" y="10972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¿LE HAS PEDIDO EL DNI A UN CLIENTE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MÁS DE DOS VECES?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502920" y="3657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6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Levantad la mano.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02920" y="10972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¿TE HA LLAMADO HOY UN CLIENTE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PREGUNTANDO EN QUÉ ESTADO ESTÁ SU CASO?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502920" y="3657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6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Levantad la mano.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El problema no es que no seáis buenos abogados.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3200400" y="2834640"/>
            <a:ext cx="5760720" cy="64008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731520" y="310896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 que la mitad de vuestro tiempo</a:t>
            </a:r>
            <a:b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lo estáis ejerciendo.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¿CÓMO PODRÍA SER TU SEMANA?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365760" y="1051560"/>
            <a:ext cx="5212080" cy="5394960"/>
          </a:xfrm>
          <a:prstGeom prst="rect">
            <a:avLst/>
          </a:prstGeom>
          <a:solidFill>
            <a:srgbClr val="141A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502920" y="10972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E83A3A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65760" y="1691640"/>
            <a:ext cx="5212080" cy="45720"/>
          </a:xfrm>
          <a:prstGeom prst="rect">
            <a:avLst/>
          </a:prstGeom>
          <a:solidFill>
            <a:srgbClr val="E8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548640" y="1874519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✗  Persigues documentos por WhatsApp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548640" y="2679191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✗  Copias datos a mano en Word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548640" y="3483863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✗  No sabes en qué estado está cada expediente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548640" y="4288536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✗  Clientes que llaman constantemente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548640" y="5093208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✗  Rechazas casos por falta de capacidad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6583680" y="1051560"/>
            <a:ext cx="5212080" cy="5394960"/>
          </a:xfrm>
          <a:prstGeom prst="rect">
            <a:avLst/>
          </a:prstGeom>
          <a:solidFill>
            <a:srgbClr val="0D2A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6675120" y="109728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4CD97A"/>
                </a:solidFill>
                <a:latin typeface="Calibri"/>
                <a:ea typeface="Calibri"/>
                <a:cs typeface="Calibri"/>
                <a:sym typeface="Calibri"/>
              </a:rPr>
              <a:t>EN 3 MESES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583680" y="1691640"/>
            <a:ext cx="5212080" cy="45720"/>
          </a:xfrm>
          <a:prstGeom prst="rect">
            <a:avLst/>
          </a:prstGeom>
          <a:solidFill>
            <a:srgbClr val="4CD9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6766560" y="1874519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✓  Documentación recibida automáticamente</a:t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6766560" y="2679191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✓  Escritos generados en segundos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6766560" y="3483863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✓  Panel con estado en tiempo real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6766560" y="4288536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✓  El cliente recibe actualizaciones solo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6766560" y="5093208"/>
            <a:ext cx="4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700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b="0" i="0" lang="en-US" sz="17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 expedientes, mismo equipo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¿CÓMO LO HACEMOS?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502920" y="146304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22960" y="1828800"/>
            <a:ext cx="3200400" cy="4389120"/>
          </a:xfrm>
          <a:prstGeom prst="rect">
            <a:avLst/>
          </a:prstGeom>
          <a:solidFill>
            <a:srgbClr val="1218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822960" y="182880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100584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914400" y="292608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Captación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documental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automática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572000" y="1828800"/>
            <a:ext cx="3200400" cy="4389120"/>
          </a:xfrm>
          <a:prstGeom prst="rect">
            <a:avLst/>
          </a:prstGeom>
          <a:solidFill>
            <a:srgbClr val="1218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572000" y="182880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75488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4663440" y="292608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Organización e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IA</a:t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8321040" y="1828800"/>
            <a:ext cx="3200400" cy="4389120"/>
          </a:xfrm>
          <a:prstGeom prst="rect">
            <a:avLst/>
          </a:prstGeom>
          <a:solidFill>
            <a:srgbClr val="1218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321040" y="182880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8503919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8412480" y="292608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Generación de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escritos legales</a:t>
            </a:r>
            <a:b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automatizada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502920" y="2743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01 / CAPTACIÓN DOCUMENTAL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502920" y="100584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Nunca más perseguiréis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documento.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502920" y="2606040"/>
            <a:ext cx="10058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El sistema contacta automáticamente con el cliente, le pide cada documento, valida que esté completo y correcto, y organiza todo en el expediente.</a:t>
            </a:r>
            <a:b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Sin llamadas. Sin WhatsApps manuales. Sin recordatorios.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02920" y="521208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502920" y="5349240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Reducción del tiempo de recopilación de documentos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502920" y="27432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02 / ORGANIZACIÓN E INTERPRETACIÓN CON IA</a:t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502920" y="100584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sistema lee los documentos.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Vosotros los usáis.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502920" y="2606040"/>
            <a:ext cx="10058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La IA extrae automáticamente los datos de cada documento: nombre, DNI, matrícula, fecha del accidente, lesiones, importes.</a:t>
            </a:r>
            <a:b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Nada de copiar. Nada de transcribir. Nada de errores.</a:t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502920" y="521208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502920" y="5349240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Eliminación de errores humanos en la documentación enviada a aseguradoras.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502920" y="27432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03 / GENERACIÓN DE ESCRITOS LEGALES</a:t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502920" y="100584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Vuestra reclamación previa,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generada en segundos.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502920" y="2606040"/>
            <a:ext cx="10058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El sistema genera automáticamente todos los escritos legales usando vuestras propias plantillas. Reclamaciones previas, requerimientos, minutas.</a:t>
            </a:r>
            <a:b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Revisáis. Firmáis. Enviáis. Solo eso.</a:t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502920" y="521208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502920" y="5349240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Agilidad en la elaboración de Escritos Legales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50292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OFERTA EXCLUSIVA PARA ASOCIADOS ADEVI</a:t>
            </a:r>
            <a:endParaRPr/>
          </a:p>
        </p:txBody>
      </p:sp>
      <p:sp>
        <p:nvSpPr>
          <p:cNvPr id="199" name="Google Shape;199;p13"/>
          <p:cNvSpPr txBox="1"/>
          <p:nvPr/>
        </p:nvSpPr>
        <p:spPr>
          <a:xfrm>
            <a:off x="502920" y="1188720"/>
            <a:ext cx="1097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Solo para los presentes hoy. No está en nuestra web.</a:t>
            </a:r>
            <a:r>
              <a:rPr i="1" lang="en-US" sz="2200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 Decir que será un 35 % de descuento exclusivo para miembros de ADEVI</a:t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1828800" y="2286000"/>
            <a:ext cx="8503920" cy="2926080"/>
          </a:xfrm>
          <a:prstGeom prst="rect">
            <a:avLst/>
          </a:prstGeom>
          <a:solidFill>
            <a:srgbClr val="1218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1828800" y="2286000"/>
            <a:ext cx="8503920" cy="91440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2011680" y="242316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Sesión de diagnóstico gratuita (30 min)</a:t>
            </a: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2011680" y="3246120"/>
            <a:ext cx="813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Analizamos vuestro despacho y </a:t>
            </a:r>
            <a:r>
              <a:rPr lang="en-US" sz="1800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detectamos cuellos de botella</a:t>
            </a:r>
            <a:endParaRPr sz="1800">
              <a:solidFill>
                <a:srgbClr val="E8EC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8EC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Os mostramos cómo funciona Docufy Legal en directo</a:t>
            </a:r>
            <a:endParaRPr sz="1800">
              <a:solidFill>
                <a:srgbClr val="E8EC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2011680" y="3794760"/>
            <a:ext cx="813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2011680" y="4389120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Sin compromiso. Sin presión.</a:t>
            </a:r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502920" y="53949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Escaneáis el QR  →  Reserváis vuestra sesión  →  Nosotros hacemos el resto.</a:t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5184648" y="5989320"/>
            <a:ext cx="1828800" cy="640080"/>
          </a:xfrm>
          <a:prstGeom prst="rect">
            <a:avLst/>
          </a:prstGeom>
          <a:solidFill>
            <a:srgbClr val="1E285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5184648" y="59893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[ QR aquí 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/>
          <p:nvPr/>
        </p:nvSpPr>
        <p:spPr>
          <a:xfrm>
            <a:off x="731520" y="137160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8ECF5"/>
                </a:solidFill>
                <a:latin typeface="Calibri"/>
                <a:ea typeface="Calibri"/>
                <a:cs typeface="Calibri"/>
                <a:sym typeface="Calibri"/>
              </a:rPr>
              <a:t>Acabáis de escuchar el futuro de la IA en el derecho.</a:t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3200400" y="2834640"/>
            <a:ext cx="5760720" cy="73152"/>
          </a:xfrm>
          <a:prstGeom prst="rect">
            <a:avLst/>
          </a:prstGeom>
          <a:solidFill>
            <a:srgbClr val="C9A8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31520" y="301752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Esto no es el futuro.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 lo que ya están haciendo despachos como el vuestro.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731520" y="475488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La pregunta es cuándo queréis empezar vosotros.</a:t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218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457200" y="6144768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9A85C"/>
                </a:solidFill>
                <a:latin typeface="Calibri"/>
                <a:ea typeface="Calibri"/>
                <a:cs typeface="Calibri"/>
                <a:sym typeface="Calibri"/>
              </a:rPr>
              <a:t>docufylegal.com  ·  info@docufylegal.com  ·  +34 681 801 356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Jorge</dc:creator>
</cp:coreProperties>
</file>